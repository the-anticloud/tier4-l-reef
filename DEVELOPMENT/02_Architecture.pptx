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L_REEF</a:t>
            </a:r>
          </a:p>
          <a:p>
            <a:r>
              <a:t>Tier: TIER_4_INFERENCE_AGENTS</a:t>
            </a:r>
          </a:p>
          <a:p>
            <a:r>
              <a:t>Identity: Upstream letta-ai/letta @ 5bcdd177d70f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letta-ai/letta |</a:t>
            </a:r>
          </a:p>
          <a:p>
            <a:r>
              <a:t>| Commit | 5bcdd177d70fa2b31a754cfcd801e77b2e1ab16a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0.06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L_REEF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